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</a:rPr>
              <a:t>PyBaMM vs OpenCATHODE: Different Tools for Different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7043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 i="1">
                <a:solidFill>
                  <a:srgbClr val="1A2E5A"/>
                </a:solidFill>
              </a:rPr>
              <a:t>The fair test is the real BMS task: online SOC estimation from noisy field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5394960" cy="4389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A2E5A"/>
                </a:solidFill>
              </a:rPr>
              <a:t>PyBaMM  —  Forward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22222"/>
                </a:solidFill>
              </a:rPr>
              <a:t>Input:  known cell parameters  +  applied current I(t)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222222"/>
                </a:solidFill>
              </a:rPr>
              <a:t>Output:  predicted voltage V(t)  and  open-loop SOC(t)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 i="0">
                <a:solidFill>
                  <a:srgbClr val="B51F1F"/>
                </a:solidFill>
              </a:rPr>
              <a:t>No voltage feedback.  Init SOC error propagates indefinitely.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 i="0">
                <a:solidFill>
                  <a:srgbClr val="1A2E5A"/>
                </a:solidFill>
              </a:rPr>
              <a:t>Best suited for: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</a:rPr>
              <a:t>  · Controlled lab cells with exact known parameters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</a:rPr>
              <a:t>  · Electrode design and parameter sensitivity studies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</a:rPr>
              <a:t>  · DFN physics research — not field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577840" cy="43891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A2E5A"/>
                </a:solidFill>
              </a:rPr>
              <a:t>OpenCATHODE  —  Inverse Estimator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22222"/>
                </a:solidFill>
              </a:rPr>
              <a:t>Input:  noisy field current  +  measured voltage V_meas(t)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222222"/>
                </a:solidFill>
              </a:rPr>
              <a:t>Output:  recovered hidden SOC(t) — closed-loop Kalman update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 i="0">
                <a:solidFill>
                  <a:srgbClr val="1E7A3E"/>
                </a:solidFill>
              </a:rPr>
              <a:t>V_meas feedback corrects SOC drift at every timestep.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 i="0">
                <a:solidFill>
                  <a:srgbClr val="1A2E5A"/>
                </a:solidFill>
              </a:rPr>
              <a:t>Best suited for: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</a:rPr>
              <a:t>  · Unknown initial SOC, biased sensors, chemistry variation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</a:rPr>
              <a:t>  · Fleet vehicles with heterogeneous cell ageing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</a:rPr>
              <a:t>  · Real-time 1 Hz embedded BMS  (54 µs/cell, 36-cell pack)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62472" y="1645920"/>
            <a:ext cx="36576" cy="4389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 i="1">
                <a:solidFill>
                  <a:srgbClr val="888888"/>
                </a:solidFill>
              </a:rPr>
              <a:t>Sharma 2026 · OpenCATHODE Stack · Validated: 634 450 datapoints, Quartz WLTP NMC811 · MAE 18.6 mV, R²=0.981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</a:rPr>
              <a:t>Three Structural Advantages (with proof)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61264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920240"/>
                <a:gridCol w="1874519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marL="76200" marR="76200" marT="50800" marB="50800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OpenCATHODE EKF</a:t>
                      </a:r>
                    </a:p>
                  </a:txBody>
                  <a:tcPr marL="76200" marR="76200" marT="50800" marB="50800">
                    <a:solidFill>
                      <a:srgbClr val="1A2E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PyBaMM  (Chen2020)</a:t>
                      </a:r>
                    </a:p>
                  </a:txBody>
                  <a:tcPr marL="76200" marR="76200" marT="50800" marB="50800">
                    <a:solidFill>
                      <a:srgbClr val="1A2E5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Voltage prediction
V MAE (BMW / VED / Quartz)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7A3E"/>
                          </a:solidFill>
                        </a:rPr>
                        <a:t>7 mV / 27 mV / 73 mV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B51F1F"/>
                          </a:solidFill>
                        </a:rPr>
                        <a:t>38.7 mV / 182 mV / 472 mV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Current-bias immunity
(Δ SOC error at +2% bias)</a:t>
                      </a:r>
                    </a:p>
                  </a:txBody>
                  <a:tcPr marL="76200" marR="76200" marT="50800" marB="50800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7A3E"/>
                          </a:solidFill>
                        </a:rPr>
                        <a:t>≤ 0.1 pp  (bias absorbed
by V_meas feedback)</a:t>
                      </a:r>
                    </a:p>
                  </a:txBody>
                  <a:tcPr marL="76200" marR="76200" marT="50800" marB="50800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B51F1F"/>
                          </a:solidFill>
                        </a:rPr>
                        <a:t>Drifts monotonically
−0.7 pp @ Quartz, 72%
directional steps</a:t>
                      </a:r>
                    </a:p>
                  </a:txBody>
                  <a:tcPr marL="76200" marR="76200" marT="50800" marB="50800">
                    <a:solidFill>
                      <a:srgbClr val="E8EE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Applicability
(Deng BAIC CC charging)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7A3E"/>
                          </a:solidFill>
                        </a:rPr>
                        <a:t>Runs  ✓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B51F1F"/>
                          </a:solidFill>
                        </a:rPr>
                        <a:t>Solver abort:
Max-voltage event
violated at t=0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050792"/>
            <a:ext cx="6126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222222"/>
                </a:solidFill>
              </a:rPr>
              <a:t>① Voltage:  5–6× better  —  PyBaMM requires exact per-cell DFN params (unavailable in the field); EKF adapts via V_meas online.</a:t>
            </a:r>
          </a:p>
          <a:p>
            <a:pPr algn="l">
              <a:spcBef>
                <a:spcPts val="400"/>
              </a:spcBef>
            </a:pPr>
            <a:r>
              <a:rPr sz="4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222222"/>
                </a:solidFill>
              </a:rPr>
              <a:t>② Bias drift:  open-loop SOC is unbounded under sensor bias; closed-loop Kalman update cancels it at every step.</a:t>
            </a:r>
          </a:p>
          <a:p>
            <a:pPr algn="l">
              <a:spcBef>
                <a:spcPts val="400"/>
              </a:spcBef>
            </a:pPr>
            <a:r>
              <a:rPr sz="4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222222"/>
                </a:solidFill>
              </a:rPr>
              <a:t>③ Solver abort:  Chen2020 (LG M50 cell, lab conditions) cannot simulate a real CC-charging profile at SOC=27%  —  field applicability is fundamentally limited.</a:t>
            </a:r>
          </a:p>
        </p:txBody>
      </p:sp>
      <p:pic>
        <p:nvPicPr>
          <p:cNvPr id="7" name="Picture 6" descr="pybamm_vs_opencathode_bias2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70432"/>
            <a:ext cx="5349240" cy="27340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39593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750" b="0" i="1">
                <a:solidFill>
                  <a:srgbClr val="888888"/>
                </a:solidFill>
              </a:rPr>
              <a:t>SOC error vs time (bias=2%).  Row 2 shows PyBaMM drift (red, monotone ↓) vs EKF bounded (blue). Shaded = |PB| &gt; |EKF|.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 i="1">
                <a:solidFill>
                  <a:srgbClr val="888888"/>
                </a:solidFill>
              </a:rPr>
              <a:t>All numbers from scripts/compare_pybamm_all.py  —  real field data, single-trip mode, no fleet calibration  · PyBaMM 26.6.2.0 · Chen2020 param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</a:rPr>
              <a:t>What I Openly Concede (the honest core)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60807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A2E5A"/>
                </a:solidFill>
              </a:rPr>
              <a:t>① Clean-start accuracy: PyBaMM wins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222222"/>
                </a:solidFill>
              </a:rPr>
              <a:t>With correct initial SOC and no sensor bias, PyBaMM's open-loop Coulomb counting achieves 0.1–1.3% SOC RMSE.  My single-trip EKF shows 11–18% RMSE — not because it's wrong, but because the OCV model mismatch moves the Kalman state away from the true SOC.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A2E5A"/>
                </a:solidFill>
              </a:rPr>
              <a:t>② My EKF's value is robustness — not clean-case accuracy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222222"/>
                </a:solidFill>
              </a:rPr>
              <a:t>The EKF is designed for unknown initial SOC, biased sensors, and cell-to-cell variation over a vehicle's lifetime.  In that scenario PyBaMM's error grows without bound; the EKF's is bounded by V_meas.  They don't compete — they solve different problems.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A2E5A"/>
                </a:solidFill>
              </a:rPr>
              <a:t>③ The PCHIP fleet calibration is what makes the EKF competitive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222222"/>
                </a:solidFill>
              </a:rPr>
              <a:t>Validated SOC RMSE is 5–8% after fleet PCHIP calibration (12-bin δV(SOC) correction on 10% held-out cal split).  This comparison shows WHY that calibration matters: the dominant single-trip error is OCV model mismatch — exactly what PCHIP fixes.  Without it the EKF is no better than Coulomb counting; with it, it is.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760720"/>
            <a:ext cx="6080760" cy="320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852160"/>
            <a:ext cx="6080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1">
                <a:solidFill>
                  <a:srgbClr val="F5A623"/>
                </a:solidFill>
              </a:rPr>
              <a:t>Takeaway: use PyBaMM for lab physics research; use OpenCATHODE EKF for real-time field BMS where sensor noise, unknown SOC_0, and cell variation dominate.</a:t>
            </a:r>
          </a:p>
        </p:txBody>
      </p:sp>
      <p:pic>
        <p:nvPicPr>
          <p:cNvPr id="8" name="Picture 7" descr="pybamm_vs_opencathod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303520" cy="2706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39502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750" b="0" i="1">
                <a:solidFill>
                  <a:srgbClr val="888888"/>
                </a:solidFill>
              </a:rPr>
              <a:t>Baseline (no init offset, no bias).  PyBaMM SOC (row 1) tracks truth at 0.1–1.3% RMSE; EKF drifts due to OCV model mismatch without fleet 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4261104"/>
            <a:ext cx="5303520" cy="224028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370832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A2E5A"/>
                </a:solidFill>
              </a:rPr>
              <a:t>Fleet-validated performance</a:t>
            </a:r>
          </a:p>
          <a:p>
            <a:pPr algn="l">
              <a:spcBef>
                <a:spcPts val="400"/>
              </a:spcBef>
            </a:pPr>
            <a:r>
              <a:rPr sz="400" b="0" i="0">
                <a:solidFill>
                  <a:srgbClr val="22222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1A2E5A"/>
                </a:solidFill>
              </a:rPr>
              <a:t>  SOC RMSE (fleet, w/ PCHIP cal):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1E7A3E"/>
                </a:solidFill>
              </a:rPr>
              <a:t>    5–8%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1A2E5A"/>
                </a:solidFill>
              </a:rPr>
              <a:t>  Voltage MAE (Quartz WLTP 36-cell):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1E7A3E"/>
                </a:solidFill>
              </a:rPr>
              <a:t>    18.6 mV  ✓  &lt; 20 mV target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1A2E5A"/>
                </a:solidFill>
              </a:rPr>
              <a:t>  R²  (634 450 real datapoints):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1E7A3E"/>
                </a:solidFill>
              </a:rPr>
              <a:t>    0.981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1A2E5A"/>
                </a:solidFill>
              </a:rPr>
              <a:t>  Step latency  (54 µs/cell):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1E7A3E"/>
                </a:solidFill>
              </a:rPr>
              <a:t>    real-time 1 Hz  ✓</a:t>
            </a:r>
          </a:p>
          <a:p>
            <a:pPr algn="l">
              <a:spcBef>
                <a:spcPts val="400"/>
              </a:spcBef>
            </a:pPr>
            <a:r>
              <a:rPr sz="900" b="1" i="0">
                <a:solidFill>
                  <a:srgbClr val="1A2E5A"/>
                </a:solidFill>
              </a:rPr>
              <a:t>  Current-bias Δ at +2%: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1E7A3E"/>
                </a:solidFill>
              </a:rPr>
              <a:t>    ≤ 0.1 pp  (EKF)  vs  0.7 pp  (PyBaMM)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 i="1">
                <a:solidFill>
                  <a:srgbClr val="888888"/>
                </a:solidFill>
              </a:rPr>
              <a:t>Full validation: data/validate_quartz.py  ·  Fleet sweep: data/validate_generic.py  ·  Audit: scripts/audit_independent.py  ·  Sharma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